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91840"/>
            <a:ext cx="3200400" cy="3200400"/>
          </a:xfrm>
          <a:prstGeom prst="ellipse">
            <a:avLst/>
          </a:prstGeom>
          <a:solidFill>
            <a:srgbClr val="1560A8">
              <a:alpha val="70000"/>
            </a:srgbClr>
          </a:solidFill>
          <a:ln w="12700">
            <a:solidFill>
              <a:srgbClr val="1560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-457200"/>
            <a:ext cx="1828800" cy="1828800"/>
          </a:xfrm>
          <a:prstGeom prst="ellipse">
            <a:avLst/>
          </a:prstGeom>
          <a:solidFill>
            <a:srgbClr val="3B9BF4">
              <a:alpha val="45000"/>
            </a:srgbClr>
          </a:solidFill>
          <a:ln w="12700">
            <a:solidFill>
              <a:srgbClr val="3B9BF4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DE CLOUD, IOT E INDÚSTRIA 4.0 EM 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749040" y="109728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Irrigação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74904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com Arduino Uno · TinkerCAD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3840480"/>
            <a:ext cx="2743200" cy="18288"/>
          </a:xfrm>
          <a:prstGeom prst="rect">
            <a:avLst/>
          </a:prstGeom>
          <a:solidFill>
            <a:srgbClr val="5E7A99"/>
          </a:solidFill>
          <a:ln w="12700">
            <a:solidFill>
              <a:srgbClr val="5E7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Janser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github.com/HenriqueJanser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💧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projeto?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6459"/>
          </a:xfrm>
          <a:prstGeom prst="rect">
            <a:avLst/>
          </a:prstGeom>
          <a:solidFill>
            <a:srgbClr val="D0E1F5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simula um sistema de irrigação automática utilizando Arduino Uno no TinkerCAD. O objetivo é demonstrar como sensores e atuadores podem trabalhar juntos para automatizar o processo de irrigação de plantas, tomando decisões em tempo real com base na umidade do solo.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5120640" cy="1463040"/>
          </a:xfrm>
          <a:prstGeom prst="rect">
            <a:avLst/>
          </a:prstGeom>
          <a:solidFill>
            <a:srgbClr val="E8F2FF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108960"/>
            <a:ext cx="54864" cy="1463040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lê a umidade do solo em tempo real e aciona a bomba d'água automaticamente quando necessário."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52160" y="1463040"/>
            <a:ext cx="685800" cy="68580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1463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Solo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697480"/>
            <a:ext cx="685800" cy="68580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931920"/>
            <a:ext cx="685800" cy="68580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931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3931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Bomba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Utilizados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6459"/>
          </a:xfrm>
          <a:prstGeom prst="rect">
            <a:avLst/>
          </a:prstGeom>
          <a:solidFill>
            <a:srgbClr val="D0E1F5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087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1109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 central. Processa os dados do sensor e controla os atuadores.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6517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7249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Umidade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05409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umidade do solo e envia o sinal analógico ao Arduino continuamente.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947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7947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8679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Relé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19709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e desliga a bomba d'água com base no sinal recebido do Arduino.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5087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5087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15819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DC (Bomba)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191109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a bomba d'água. Liga quando o solo está seco, desliga quando úmido.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6517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6517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27249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Vermelho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05409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visual: acende quando o solo está seco e a irrigação está ativa.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7947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37947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38679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4197096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visual: acende quando o solo está úmido e a irrigação está pausada.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6459"/>
          </a:xfrm>
          <a:prstGeom prst="rect">
            <a:avLst/>
          </a:prstGeom>
          <a:solidFill>
            <a:srgbClr val="D0E1F5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Sensor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sensor de umidade mede continuamente a umidade do solo e envia o valor ao Arduino.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4505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Automática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79806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Arduino compara o valor lido com o limite definido. Solo seco → aciona; Solo úmido → aguarda.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33467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3467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 da Bomba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69417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relé recebe o sinal e liga o motor DC (bomba), iniciando a irrigação do solo.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" y="424281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428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Visual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59028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LEDs indicam o estado atual: vermelho (irrigando) ou verde (solo úmido, parado).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6FBF">
              <a:alpha val="12000"/>
            </a:srgbClr>
          </a:solidFill>
          <a:ln w="12700">
            <a:solidFill>
              <a:srgbClr val="1A6FB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Aprendizados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6459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19656"/>
            <a:ext cx="201168" cy="36576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 atuadores funcionando de forma integrada no TinkerCAD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505456"/>
            <a:ext cx="201168" cy="36576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decisão simples e eficaz com Arduino Uno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3191256"/>
            <a:ext cx="201168" cy="36576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automação e IoT aplicados de forma prática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877056"/>
            <a:ext cx="201168" cy="36576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expansão com Python, MQTT e monitoramento em nuvem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2286000" cy="18288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Janser  ·  github.com/HenriqueJanser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Irrigação Automática</dc:title>
  <dc:subject>PptxGenJS Presentation</dc:subject>
  <dc:creator>Henrique Janser</dc:creator>
  <cp:lastModifiedBy>Henrique Janser</cp:lastModifiedBy>
  <cp:revision>1</cp:revision>
  <dcterms:created xsi:type="dcterms:W3CDTF">2026-05-27T23:52:31Z</dcterms:created>
  <dcterms:modified xsi:type="dcterms:W3CDTF">2026-05-27T23:52:31Z</dcterms:modified>
</cp:coreProperties>
</file>